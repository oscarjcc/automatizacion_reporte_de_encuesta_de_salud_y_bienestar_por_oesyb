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8"/>
  </p:normalViewPr>
  <p:slideViewPr>
    <p:cSldViewPr snapToGrid="0">
      <p:cViewPr varScale="1">
        <p:scale>
          <a:sx n="117" d="100"/>
          <a:sy n="117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B367A-A29A-1EEC-10D4-7163D1E48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3DDCFE-8BBF-0009-0915-F0352D845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EA9E0A-4D22-B56E-1346-358DD573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5EB47A-1C63-F517-AE3E-7A11BF58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E3AA6-1051-DD06-D608-282D2CB0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028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5675C-AAB0-0827-B14A-A7BE987B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10150-F41C-32F6-72CD-2970EFEC4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1CF4E-7B69-5CE9-849F-4A5A9FF1B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C7B6CC-7B8E-5A4E-F1A1-DC5E356E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76192E-AD72-C779-8A2F-4F0FD3A4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2710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C097E-ED02-0DED-E15A-3DC58D3A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99C033-F9C7-A882-EDC8-C000C6C7A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BB58D-2CC1-3372-A0F3-754DB5C9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00E501-613D-88E8-BCA8-ABB3E0EE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7170B-8CE3-F2EF-D4E2-4AAAF742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042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24625-A18E-106A-6F17-DF285B48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866F1-34F3-A172-8BAE-AE572004A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CCBD8E-0E2E-E399-16D6-0F4CE9602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3EB4C1-E8E1-ED14-29A0-BE5B5BDC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BB1875-6891-D7D3-1E90-AB63787C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DF5419-F56D-81A1-5001-8592081C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6370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0B201-0F00-A75E-1C5D-D81E6406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4888E1-6BD2-0D7F-41A6-1C88242C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A462E2-EC72-BB1C-EA11-11C973D7B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B7E111-F441-0F58-0D22-CDB9DE4EE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956C50-1DEC-EF2D-63B9-AF3D708E6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6C0B9F-63CF-ACF5-0EAC-5BB04FB9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D411AC4-241B-6915-0B87-493DD5E7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6303AF-5312-44EA-D490-4EBFE59E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9440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5196E-2E68-05F4-6EAF-77B7F2CD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4981DE-8460-FC19-97A0-F269C847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EAB7DD-878D-74F5-FBF7-696EF053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D93BF1-B628-052A-7D0B-04BF3BF1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6894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6D21AC-F439-BC4C-4E91-51418744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F29A1D-E917-97D2-5E1A-2BBD00B2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42F176-A4CE-5BB5-08D2-24A216AB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2879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C9D65-9F07-07A9-1FEE-B5437EBA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14EB8F-E7D9-CC5B-7771-992FCB03B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2EFB4-98FF-203E-B2DF-B79166BE0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1825D2-8024-8296-4861-0A18DB77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2F9244-7CA5-5FE6-4B88-00058EBB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720769-754D-FEE5-5E9F-17DAC1F8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8789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B9A6F-74A8-567F-6487-056DA030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B99A26-5602-7B38-CB1E-87FAD77B7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F51AF1-BF56-FFA6-DD3D-2501E49D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B3EA5D-3E98-D583-36F8-5499413A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700105-908B-C172-1176-A7F07102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4DC7A-5ED2-6A32-92EF-7645B3A1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97420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EC9F9-3C05-F576-F94A-895AD10C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30ACF0-7A95-40D3-D7B7-2AC14D8FF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194036-C884-BF5A-0986-3838E2E4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C45D34-A58D-46D3-C123-0C31117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7C10DA-70EA-D1AD-F868-2EFC5181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1909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1F5791-4F4D-55B3-9DF3-043E94BA3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1A45A1-51EE-F759-449C-DA9AEFCFC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0DB24E-4F76-4EA3-11CE-D5CF9BBA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ACB22D-957B-1F65-C3EC-F60AECBB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F4759-825D-03B7-E314-D0E369E4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0825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BA2965-3332-D73A-241E-645F2F84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D8CEE5-E81C-19BF-6E69-D9248752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E756E-10F9-A51A-8A30-974109C1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D6747-7A51-42B8-8157-955A57E82ADC}" type="datetimeFigureOut">
              <a:rPr lang="es-419" smtClean="0"/>
              <a:t>10/12/25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E9EDD9-115E-9D4C-624B-E280BF3CA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1F9A49-374A-FC37-50FB-007D1446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460E5-4BC3-41E0-8AB2-6CBBC44F182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9670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C0046C-1E3F-79A9-1B24-E98D972E6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12" y="4250354"/>
            <a:ext cx="1261038" cy="11280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1B44C44-B7E9-39BF-4A17-2A42564C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23" b="20605"/>
          <a:stretch>
            <a:fillRect/>
          </a:stretch>
        </p:blipFill>
        <p:spPr>
          <a:xfrm>
            <a:off x="434375" y="1999213"/>
            <a:ext cx="1540113" cy="96368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142CAC-C6DA-FD30-F10E-FF54FB67B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62" y="3049481"/>
            <a:ext cx="1561539" cy="1041026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5FF3C2E-8A87-4D90-9FB9-C8556F460540}"/>
              </a:ext>
            </a:extLst>
          </p:cNvPr>
          <p:cNvSpPr txBox="1"/>
          <p:nvPr/>
        </p:nvSpPr>
        <p:spPr>
          <a:xfrm>
            <a:off x="2181919" y="3385328"/>
            <a:ext cx="5592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Universidad Tecnológica de la Región Centro de Coahuila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1D1AEB7-0FF1-49C9-993C-152CE743F967}"/>
              </a:ext>
            </a:extLst>
          </p:cNvPr>
          <p:cNvSpPr txBox="1"/>
          <p:nvPr/>
        </p:nvSpPr>
        <p:spPr>
          <a:xfrm>
            <a:off x="2181919" y="2296391"/>
            <a:ext cx="4977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Torreón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18E2DC1-2C06-421B-B8E7-68A3C08937DC}"/>
              </a:ext>
            </a:extLst>
          </p:cNvPr>
          <p:cNvSpPr txBox="1"/>
          <p:nvPr/>
        </p:nvSpPr>
        <p:spPr>
          <a:xfrm>
            <a:off x="2181919" y="4629730"/>
            <a:ext cx="4815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del Norte de Coahuila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0DED244-7283-431B-B8A7-64D8A2C89A1C}"/>
              </a:ext>
            </a:extLst>
          </p:cNvPr>
          <p:cNvSpPr txBox="1"/>
          <p:nvPr/>
        </p:nvSpPr>
        <p:spPr>
          <a:xfrm>
            <a:off x="2181919" y="5862517"/>
            <a:ext cx="5225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Instituto Tecnológico Superior de San Pedro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41F144E-179E-4B86-93E7-EBBA7A727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02" y="5629259"/>
            <a:ext cx="1530059" cy="835849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573710C-6C25-4E9A-9220-FB1312EF7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90" y="503132"/>
            <a:ext cx="9944100" cy="933450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A595EF80-2859-4831-9ED3-2EE9292A3835}"/>
              </a:ext>
            </a:extLst>
          </p:cNvPr>
          <p:cNvSpPr txBox="1"/>
          <p:nvPr/>
        </p:nvSpPr>
        <p:spPr>
          <a:xfrm>
            <a:off x="691252" y="221187"/>
            <a:ext cx="8618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AGREGAR EN TODOS LOS INFORMES ADEMÁS DEL LOGO DE LA INSTITUCIÓN :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24ABC83-01C0-4CA0-99BF-29C6CF3E297F}"/>
              </a:ext>
            </a:extLst>
          </p:cNvPr>
          <p:cNvCxnSpPr>
            <a:cxnSpLocks/>
          </p:cNvCxnSpPr>
          <p:nvPr/>
        </p:nvCxnSpPr>
        <p:spPr>
          <a:xfrm>
            <a:off x="178340" y="2052539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61A76654-8016-44ED-BA9C-1658B64231DB}"/>
              </a:ext>
            </a:extLst>
          </p:cNvPr>
          <p:cNvCxnSpPr>
            <a:cxnSpLocks/>
          </p:cNvCxnSpPr>
          <p:nvPr/>
        </p:nvCxnSpPr>
        <p:spPr>
          <a:xfrm>
            <a:off x="2092207" y="2028397"/>
            <a:ext cx="0" cy="4693417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6865E2E-3EBF-46A2-9187-26C943E77B08}"/>
              </a:ext>
            </a:extLst>
          </p:cNvPr>
          <p:cNvCxnSpPr>
            <a:cxnSpLocks/>
          </p:cNvCxnSpPr>
          <p:nvPr/>
        </p:nvCxnSpPr>
        <p:spPr>
          <a:xfrm>
            <a:off x="178340" y="2992882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1577D34-5D15-44A8-B126-89DBB33FD35B}"/>
              </a:ext>
            </a:extLst>
          </p:cNvPr>
          <p:cNvCxnSpPr>
            <a:cxnSpLocks/>
          </p:cNvCxnSpPr>
          <p:nvPr/>
        </p:nvCxnSpPr>
        <p:spPr>
          <a:xfrm>
            <a:off x="178340" y="4139152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F8CB6E2-D022-4545-ACF7-2AA5E38972C1}"/>
              </a:ext>
            </a:extLst>
          </p:cNvPr>
          <p:cNvCxnSpPr>
            <a:cxnSpLocks/>
          </p:cNvCxnSpPr>
          <p:nvPr/>
        </p:nvCxnSpPr>
        <p:spPr>
          <a:xfrm>
            <a:off x="178340" y="540050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D310B0B-FF92-48C6-8865-8D112D24E89E}"/>
              </a:ext>
            </a:extLst>
          </p:cNvPr>
          <p:cNvSpPr txBox="1"/>
          <p:nvPr/>
        </p:nvSpPr>
        <p:spPr>
          <a:xfrm>
            <a:off x="2451577" y="1659955"/>
            <a:ext cx="3796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INSTITUCIÓN :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302F632-D9DF-407E-9FDC-8383B020D6E4}"/>
              </a:ext>
            </a:extLst>
          </p:cNvPr>
          <p:cNvSpPr txBox="1"/>
          <p:nvPr/>
        </p:nvSpPr>
        <p:spPr>
          <a:xfrm>
            <a:off x="703874" y="1657133"/>
            <a:ext cx="162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LOGO </a:t>
            </a:r>
          </a:p>
        </p:txBody>
      </p:sp>
    </p:spTree>
    <p:extLst>
      <p:ext uri="{BB962C8B-B14F-4D97-AF65-F5344CB8AC3E}">
        <p14:creationId xmlns:p14="http://schemas.microsoft.com/office/powerpoint/2010/main" val="87245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0204EAF-DC20-4113-8E17-EAB66BF5C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71239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F8CEEF-9320-49FE-8A28-99AF9C44F312}"/>
              </a:ext>
            </a:extLst>
          </p:cNvPr>
          <p:cNvSpPr txBox="1"/>
          <p:nvPr/>
        </p:nvSpPr>
        <p:spPr>
          <a:xfrm>
            <a:off x="2224825" y="385683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la Región Carbonífera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6E2614E-ED37-4E48-9AE3-EBD5F92D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3" y="5588821"/>
            <a:ext cx="1048475" cy="10484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A8F33D4-8D04-48C1-A3F4-611D1B1C1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38" y="3523920"/>
            <a:ext cx="1035165" cy="103516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7EFF755-EE18-4A2C-BCB9-5218A91C6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702" b="18824"/>
          <a:stretch>
            <a:fillRect/>
          </a:stretch>
        </p:blipFill>
        <p:spPr>
          <a:xfrm>
            <a:off x="300662" y="4714894"/>
            <a:ext cx="1530916" cy="8645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BBE33180-BFE1-4672-A258-C3CBA7054274}"/>
              </a:ext>
            </a:extLst>
          </p:cNvPr>
          <p:cNvSpPr txBox="1"/>
          <p:nvPr/>
        </p:nvSpPr>
        <p:spPr>
          <a:xfrm>
            <a:off x="2224825" y="4962509"/>
            <a:ext cx="427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Ciudad Acuña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E8861EE-9598-46C6-8378-8D56D5038A66}"/>
              </a:ext>
            </a:extLst>
          </p:cNvPr>
          <p:cNvSpPr txBox="1"/>
          <p:nvPr/>
        </p:nvSpPr>
        <p:spPr>
          <a:xfrm>
            <a:off x="2224825" y="5928392"/>
            <a:ext cx="422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Saltillo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8CCE3789-7999-4E98-A847-93D574F3A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21" y="2257668"/>
            <a:ext cx="1113998" cy="1113998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69A928AD-78ED-4F2D-8FE3-20C560027DAD}"/>
              </a:ext>
            </a:extLst>
          </p:cNvPr>
          <p:cNvSpPr txBox="1"/>
          <p:nvPr/>
        </p:nvSpPr>
        <p:spPr>
          <a:xfrm>
            <a:off x="2224825" y="2630001"/>
            <a:ext cx="4666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Instituto Tecnológico Superior de Cuidad Acuña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32128428-5502-48B9-8783-B9544007B0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115" y="940440"/>
            <a:ext cx="966011" cy="1128086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FC830BEE-793E-4F62-8402-54E9D5603891}"/>
              </a:ext>
            </a:extLst>
          </p:cNvPr>
          <p:cNvSpPr txBox="1"/>
          <p:nvPr/>
        </p:nvSpPr>
        <p:spPr>
          <a:xfrm>
            <a:off x="2224825" y="1319817"/>
            <a:ext cx="4421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Instituto Tecnológico Superior de Monclova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17B51B7-D687-495C-BB9B-810A65B4F806}"/>
              </a:ext>
            </a:extLst>
          </p:cNvPr>
          <p:cNvCxnSpPr>
            <a:cxnSpLocks/>
          </p:cNvCxnSpPr>
          <p:nvPr/>
        </p:nvCxnSpPr>
        <p:spPr>
          <a:xfrm>
            <a:off x="178340" y="797669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BF5C110-224C-44F2-A8BC-1F1C97C55870}"/>
              </a:ext>
            </a:extLst>
          </p:cNvPr>
          <p:cNvCxnSpPr>
            <a:cxnSpLocks/>
          </p:cNvCxnSpPr>
          <p:nvPr/>
        </p:nvCxnSpPr>
        <p:spPr>
          <a:xfrm>
            <a:off x="2092207" y="792983"/>
            <a:ext cx="0" cy="584431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2C815B2-84A4-4180-A474-B22A76CC0912}"/>
              </a:ext>
            </a:extLst>
          </p:cNvPr>
          <p:cNvCxnSpPr>
            <a:cxnSpLocks/>
          </p:cNvCxnSpPr>
          <p:nvPr/>
        </p:nvCxnSpPr>
        <p:spPr>
          <a:xfrm>
            <a:off x="178340" y="216603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957992C-73AD-47C3-AE2A-B235447D0D32}"/>
              </a:ext>
            </a:extLst>
          </p:cNvPr>
          <p:cNvCxnSpPr>
            <a:cxnSpLocks/>
          </p:cNvCxnSpPr>
          <p:nvPr/>
        </p:nvCxnSpPr>
        <p:spPr>
          <a:xfrm>
            <a:off x="178340" y="3438757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806345A-1EE4-49CC-A243-F3AA1B1A0234}"/>
              </a:ext>
            </a:extLst>
          </p:cNvPr>
          <p:cNvCxnSpPr>
            <a:cxnSpLocks/>
          </p:cNvCxnSpPr>
          <p:nvPr/>
        </p:nvCxnSpPr>
        <p:spPr>
          <a:xfrm>
            <a:off x="178340" y="461256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D6445AC-6512-420D-9046-444546A9BD51}"/>
              </a:ext>
            </a:extLst>
          </p:cNvPr>
          <p:cNvCxnSpPr>
            <a:cxnSpLocks/>
          </p:cNvCxnSpPr>
          <p:nvPr/>
        </p:nvCxnSpPr>
        <p:spPr>
          <a:xfrm>
            <a:off x="155642" y="5611271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5A8CB98-2B74-4CF2-A46A-A6A53094A92C}"/>
              </a:ext>
            </a:extLst>
          </p:cNvPr>
          <p:cNvSpPr txBox="1"/>
          <p:nvPr/>
        </p:nvSpPr>
        <p:spPr>
          <a:xfrm>
            <a:off x="2451578" y="336989"/>
            <a:ext cx="3350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INSTITUCIÓN :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FEB3347-A9AF-4010-BE66-707B4A6A181D}"/>
              </a:ext>
            </a:extLst>
          </p:cNvPr>
          <p:cNvSpPr txBox="1"/>
          <p:nvPr/>
        </p:nvSpPr>
        <p:spPr>
          <a:xfrm>
            <a:off x="703874" y="334167"/>
            <a:ext cx="1255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LOGO </a:t>
            </a:r>
          </a:p>
        </p:txBody>
      </p:sp>
    </p:spTree>
    <p:extLst>
      <p:ext uri="{BB962C8B-B14F-4D97-AF65-F5344CB8AC3E}">
        <p14:creationId xmlns:p14="http://schemas.microsoft.com/office/powerpoint/2010/main" val="420514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0204EAF-DC20-4113-8E17-EAB66BF5C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5" name="Picture 2" descr="UNIVERSIDAD TECNOLOGICA DE PARRAS DE LA FUENTE">
            <a:extLst>
              <a:ext uri="{FF2B5EF4-FFF2-40B4-BE49-F238E27FC236}">
                <a16:creationId xmlns:a16="http://schemas.microsoft.com/office/drawing/2014/main" id="{29B89D5E-5942-4B61-AB66-EAAB140FE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85" y="5716680"/>
            <a:ext cx="1292705" cy="100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4573BC-5072-4E0E-9265-B75B8277E4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116"/>
          <a:stretch/>
        </p:blipFill>
        <p:spPr>
          <a:xfrm>
            <a:off x="270115" y="4606416"/>
            <a:ext cx="1633244" cy="10410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974B850-4482-4B3C-810C-18E88EBE6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12" y="2077711"/>
            <a:ext cx="1010450" cy="100596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EDBBE76-017B-4EC5-AA33-7A717EFAD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48" y="3326966"/>
            <a:ext cx="1179378" cy="114316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5F38B19-A2F9-414A-97F8-80C627830F96}"/>
              </a:ext>
            </a:extLst>
          </p:cNvPr>
          <p:cNvSpPr txBox="1"/>
          <p:nvPr/>
        </p:nvSpPr>
        <p:spPr>
          <a:xfrm>
            <a:off x="2380995" y="2396025"/>
            <a:ext cx="429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Instituto Tecnológico Superior de Múzquiz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17EA71-0EBF-49EA-BD21-D497B3E4FC57}"/>
              </a:ext>
            </a:extLst>
          </p:cNvPr>
          <p:cNvSpPr txBox="1"/>
          <p:nvPr/>
        </p:nvSpPr>
        <p:spPr>
          <a:xfrm>
            <a:off x="2380995" y="3713884"/>
            <a:ext cx="7568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Instituto Tecnológico de Estudios Superiores de la Región Carbonífera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2D65130-5BC3-4227-B2BB-39017BB75B8E}"/>
              </a:ext>
            </a:extLst>
          </p:cNvPr>
          <p:cNvSpPr txBox="1"/>
          <p:nvPr/>
        </p:nvSpPr>
        <p:spPr>
          <a:xfrm>
            <a:off x="2380995" y="4942263"/>
            <a:ext cx="405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Politécnica de Ramos Arizpe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A5D7A5C-184D-4E23-AC33-DFD134EC2906}"/>
              </a:ext>
            </a:extLst>
          </p:cNvPr>
          <p:cNvSpPr txBox="1"/>
          <p:nvPr/>
        </p:nvSpPr>
        <p:spPr>
          <a:xfrm>
            <a:off x="2380995" y="6035863"/>
            <a:ext cx="4685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Parras de la Fuente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2B6C4B3-9138-4788-A367-477DE7A92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44" y="966839"/>
            <a:ext cx="1740986" cy="83031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167F646-6C61-4CAB-AB93-FA434B9B62F8}"/>
              </a:ext>
            </a:extLst>
          </p:cNvPr>
          <p:cNvSpPr txBox="1"/>
          <p:nvPr/>
        </p:nvSpPr>
        <p:spPr>
          <a:xfrm>
            <a:off x="2380995" y="1197331"/>
            <a:ext cx="4717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Politécnica de la Región Laguna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199CDD9-1E1D-4599-9C2A-3090D716AE6B}"/>
              </a:ext>
            </a:extLst>
          </p:cNvPr>
          <p:cNvCxnSpPr>
            <a:cxnSpLocks/>
          </p:cNvCxnSpPr>
          <p:nvPr/>
        </p:nvCxnSpPr>
        <p:spPr>
          <a:xfrm>
            <a:off x="178340" y="797669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1CF680D-0F7D-4422-9D56-2FC2FE260D74}"/>
              </a:ext>
            </a:extLst>
          </p:cNvPr>
          <p:cNvCxnSpPr>
            <a:cxnSpLocks/>
          </p:cNvCxnSpPr>
          <p:nvPr/>
        </p:nvCxnSpPr>
        <p:spPr>
          <a:xfrm>
            <a:off x="2092207" y="792983"/>
            <a:ext cx="0" cy="584431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4CD64B7-6AE7-4455-AC64-F66D948FA845}"/>
              </a:ext>
            </a:extLst>
          </p:cNvPr>
          <p:cNvCxnSpPr>
            <a:cxnSpLocks/>
          </p:cNvCxnSpPr>
          <p:nvPr/>
        </p:nvCxnSpPr>
        <p:spPr>
          <a:xfrm>
            <a:off x="178340" y="195202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8DB8400-5666-4B02-B38F-254B2F067A97}"/>
              </a:ext>
            </a:extLst>
          </p:cNvPr>
          <p:cNvCxnSpPr>
            <a:cxnSpLocks/>
          </p:cNvCxnSpPr>
          <p:nvPr/>
        </p:nvCxnSpPr>
        <p:spPr>
          <a:xfrm>
            <a:off x="178340" y="3224747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3FF6F9C7-5158-4038-B2CF-A40830EE017A}"/>
              </a:ext>
            </a:extLst>
          </p:cNvPr>
          <p:cNvCxnSpPr>
            <a:cxnSpLocks/>
          </p:cNvCxnSpPr>
          <p:nvPr/>
        </p:nvCxnSpPr>
        <p:spPr>
          <a:xfrm>
            <a:off x="178340" y="461256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C4B74B2-84BB-4D14-B4E4-4D4984DEE96A}"/>
              </a:ext>
            </a:extLst>
          </p:cNvPr>
          <p:cNvCxnSpPr>
            <a:cxnSpLocks/>
          </p:cNvCxnSpPr>
          <p:nvPr/>
        </p:nvCxnSpPr>
        <p:spPr>
          <a:xfrm>
            <a:off x="155642" y="5611271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801651A-7EFA-495B-B4C8-860583AE9E53}"/>
              </a:ext>
            </a:extLst>
          </p:cNvPr>
          <p:cNvSpPr txBox="1"/>
          <p:nvPr/>
        </p:nvSpPr>
        <p:spPr>
          <a:xfrm>
            <a:off x="2451578" y="336989"/>
            <a:ext cx="2719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INSTITUCIÓN :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192B0CE-6A8A-4BD8-BE64-C4D289059A45}"/>
              </a:ext>
            </a:extLst>
          </p:cNvPr>
          <p:cNvSpPr txBox="1"/>
          <p:nvPr/>
        </p:nvSpPr>
        <p:spPr>
          <a:xfrm>
            <a:off x="703874" y="334167"/>
            <a:ext cx="1199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LOGO </a:t>
            </a:r>
          </a:p>
        </p:txBody>
      </p:sp>
    </p:spTree>
    <p:extLst>
      <p:ext uri="{BB962C8B-B14F-4D97-AF65-F5344CB8AC3E}">
        <p14:creationId xmlns:p14="http://schemas.microsoft.com/office/powerpoint/2010/main" val="348695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0204EAF-DC20-4113-8E17-EAB66BF5C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7A3D45-48EA-4DEB-8D11-E4E7CFED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7" y="1978526"/>
            <a:ext cx="1261039" cy="12619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E35BF95-1DA1-498E-9B5F-B2465E08C39C}"/>
              </a:ext>
            </a:extLst>
          </p:cNvPr>
          <p:cNvSpPr txBox="1"/>
          <p:nvPr/>
        </p:nvSpPr>
        <p:spPr>
          <a:xfrm>
            <a:off x="2078110" y="2424849"/>
            <a:ext cx="468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Politécnica de Monclova - Frontera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88838BA-0C10-48F5-9C51-D2FDE8693E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190" b="25513"/>
          <a:stretch/>
        </p:blipFill>
        <p:spPr>
          <a:xfrm>
            <a:off x="72121" y="928489"/>
            <a:ext cx="2017491" cy="95421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9DE1B70-28AC-4C9C-82E9-9C89E1D0A8D2}"/>
              </a:ext>
            </a:extLst>
          </p:cNvPr>
          <p:cNvSpPr txBox="1"/>
          <p:nvPr/>
        </p:nvSpPr>
        <p:spPr>
          <a:xfrm>
            <a:off x="2078110" y="1220932"/>
            <a:ext cx="477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Politécnica de Piedras Negras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5CE5E9D-ED01-4947-BADF-DD707661708F}"/>
              </a:ext>
            </a:extLst>
          </p:cNvPr>
          <p:cNvCxnSpPr>
            <a:cxnSpLocks/>
          </p:cNvCxnSpPr>
          <p:nvPr/>
        </p:nvCxnSpPr>
        <p:spPr>
          <a:xfrm>
            <a:off x="178340" y="797669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31CC90B-200D-4277-B86E-62B34FB259E1}"/>
              </a:ext>
            </a:extLst>
          </p:cNvPr>
          <p:cNvCxnSpPr>
            <a:cxnSpLocks/>
          </p:cNvCxnSpPr>
          <p:nvPr/>
        </p:nvCxnSpPr>
        <p:spPr>
          <a:xfrm>
            <a:off x="2092207" y="792983"/>
            <a:ext cx="0" cy="381958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3557EF5-1DFF-4A9E-B3DE-0D54518891C4}"/>
              </a:ext>
            </a:extLst>
          </p:cNvPr>
          <p:cNvCxnSpPr>
            <a:cxnSpLocks/>
          </p:cNvCxnSpPr>
          <p:nvPr/>
        </p:nvCxnSpPr>
        <p:spPr>
          <a:xfrm>
            <a:off x="178340" y="195202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B4D2691-C89F-4F56-88E8-03B1DAF1587F}"/>
              </a:ext>
            </a:extLst>
          </p:cNvPr>
          <p:cNvCxnSpPr>
            <a:cxnSpLocks/>
          </p:cNvCxnSpPr>
          <p:nvPr/>
        </p:nvCxnSpPr>
        <p:spPr>
          <a:xfrm>
            <a:off x="178340" y="3224747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051F8DE-35AD-40DA-9E30-D542D2701225}"/>
              </a:ext>
            </a:extLst>
          </p:cNvPr>
          <p:cNvCxnSpPr>
            <a:cxnSpLocks/>
          </p:cNvCxnSpPr>
          <p:nvPr/>
        </p:nvCxnSpPr>
        <p:spPr>
          <a:xfrm>
            <a:off x="178340" y="4612563"/>
            <a:ext cx="114300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C1A3E77-C749-4AC7-9A03-6A85BC4343E7}"/>
              </a:ext>
            </a:extLst>
          </p:cNvPr>
          <p:cNvSpPr txBox="1"/>
          <p:nvPr/>
        </p:nvSpPr>
        <p:spPr>
          <a:xfrm>
            <a:off x="2451577" y="336989"/>
            <a:ext cx="298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INSTITUCIÓN 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2DF1771-7867-44DA-893F-16239E92CACC}"/>
              </a:ext>
            </a:extLst>
          </p:cNvPr>
          <p:cNvSpPr txBox="1"/>
          <p:nvPr/>
        </p:nvSpPr>
        <p:spPr>
          <a:xfrm>
            <a:off x="703874" y="334167"/>
            <a:ext cx="1374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LOGO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699FEF1-57C2-4473-B591-B7F2AAA8CE81}"/>
              </a:ext>
            </a:extLst>
          </p:cNvPr>
          <p:cNvSpPr txBox="1"/>
          <p:nvPr/>
        </p:nvSpPr>
        <p:spPr>
          <a:xfrm>
            <a:off x="2111536" y="3727323"/>
            <a:ext cx="4745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Universidad Tecnológica de Coahuila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E5C027E-2F4D-45B5-AAB8-4D2E99EE5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25" y="3326508"/>
            <a:ext cx="1519792" cy="11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35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121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AGUILERA RANGEL</dc:creator>
  <cp:lastModifiedBy>VALERIA SOTO MENDOZA</cp:lastModifiedBy>
  <cp:revision>17</cp:revision>
  <dcterms:created xsi:type="dcterms:W3CDTF">2025-12-09T18:21:47Z</dcterms:created>
  <dcterms:modified xsi:type="dcterms:W3CDTF">2025-12-10T19:55:08Z</dcterms:modified>
</cp:coreProperties>
</file>